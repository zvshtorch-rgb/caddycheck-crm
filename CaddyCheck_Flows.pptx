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BF13-0DE7-1B4B-8C65-9C73A2BD2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A26F-259F-B20A-CB28-349A0178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67E3-FB7D-F4C2-C409-CA9F6C28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83C71-91D8-C1EB-48E4-C55164CE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CBECD-CC79-5FC6-4948-9B10C5239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8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CE242-1E04-6D93-6B90-266093576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D791-54CA-97DF-2F76-24D2478EE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F005-4AE3-07EB-A2BF-DF0D35D6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59CFE-C46D-2A13-BF9F-520CB3EF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C7754-87DA-9E2F-1146-9474B6D5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54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0F73-8E7C-9319-C79F-E6BB6FB9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F4FD8-FC20-3A2D-BF1B-8B6110C48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6DBE4-FCB9-7325-8CC7-A966AFDF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2CDDD-AB14-4083-24F6-131664A0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116F-3D1C-C1A5-AB7C-B521B949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84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1B45-DB9E-CED8-D203-3F676B1C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E8E5B-B1CD-6D1D-796E-D0308C981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9B251-1B28-E316-B3E5-BA6AFFFEA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28112-79C8-0D96-D445-3046D4687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9BA29-E7A8-8AE9-19EC-BAF85BB5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9F9D2-6ABD-0880-A397-8D183DF9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56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7D5A-B584-0A91-7E3D-25CE9270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DF3C2-5CEE-7D3F-F417-C85A0C1B5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A58EB-1603-53F8-3BF2-EF7098BAD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EF6532-A71A-FBBC-4875-5B07CDFBD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6A17B-C4B3-7A47-3DF2-78DE818F6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82B43-BC8B-CCAF-0AC2-C985E2A2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42C22-814F-8C80-0172-FAAD1A5AA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6A098-09DE-D132-0679-37559523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B888-725A-4425-CB0A-45E42E4F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FD8CB-5EDA-D48E-6D19-593870A6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471B9-C0CC-C4F8-7110-59D01649E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65469-3AD9-4BA7-997F-0455F81D0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01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D3187C-7085-35F3-D19E-0F312F22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43D77A-61C7-4CFD-AEC0-60A83EA5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B52-C548-B8EC-1E94-C61BDC64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6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86BD-212B-BC36-3E6D-2F8B8653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FBD87-C5D0-27EC-3980-742FCA16F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7F7BC-2A5D-1EA6-154F-B700FA1BF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F67C9-2C71-F8C1-47B8-8C1760F35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6EDCC-4E36-A874-E77C-6C59E7F1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C59CB-C399-42DC-A464-B65EEB205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2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8B9F-4DE2-FB3F-180A-44D91D1F4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1A65B3-51E6-0BD2-2C34-23ED50E11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6061E-3019-6367-D900-AEC154E13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65FC0-ABCA-D75A-211B-0CC7AB634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9E3DE-621E-F9C8-A22E-164A9460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612FF-9236-AF76-100F-23E40861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4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11E0-F929-CDCA-2B68-228EC0797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F8237-CC7F-352E-D8CC-F7AD82C7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33286-FC4F-C16A-A223-95A3F277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3D26C-0C66-2E9B-4B2F-E6CF778C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6D850-76C2-83A8-31F6-A997E080A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0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2D40A-CA82-B5C1-0AA7-BDFDD1C09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EFE2BE-0112-6194-4888-456707D6C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62A4C-E9AE-F94D-903F-4FC4C72D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E7095-89B9-5E98-148C-2B7203DCA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1406A-3ED9-B728-5906-48D76BB3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30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8FC40-28A6-BAB2-F1D6-D2A410CF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86C36-8A09-7D98-B633-623E06BB0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01FC2-823D-515F-62B4-3D26DFCB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44070-8987-A007-27CB-ECE2A01A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1C03-3BA7-D003-1D23-4ED04F326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9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7EECA-383D-25B0-0F5E-E576AB42D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9B6A5-65B0-26E1-368C-C5C32622F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79708-6E2B-52AB-85AF-79D082ADC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8ABE7-0796-49FA-B535-67D9ABBA70D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385C0-FDA3-B501-B3E2-9071495A4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DFB24-5D05-A9D9-8CF8-E85DAD975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98331-68C0-4769-8028-117709409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3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1F5A-C980-8D90-6CA0-3C41C67A1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CaddyCheck CRM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E4C24-A200-71D1-3C77-3C32BCF605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System Flows: Streamlit -&gt; Supabase -&gt; GitHub -&gt; Streamlit Cloud</a:t>
            </a:r>
          </a:p>
        </p:txBody>
      </p:sp>
    </p:spTree>
    <p:extLst>
      <p:ext uri="{BB962C8B-B14F-4D97-AF65-F5344CB8AC3E}">
        <p14:creationId xmlns:p14="http://schemas.microsoft.com/office/powerpoint/2010/main" val="239117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2A13-5A71-2759-8EEE-EFFA3E7B0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1: Runtime Data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A5C8C-1BDE-AFAC-921E-5A5CCF12F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User interacts with the Streamlit web app in browser</a:t>
            </a:r>
          </a:p>
          <a:p>
            <a:r>
              <a:rPr lang="en-US"/>
              <a:t>2. streamlit_app.py renders pages and handles actions</a:t>
            </a:r>
          </a:p>
          <a:p>
            <a:r>
              <a:rPr lang="en-US"/>
              <a:t>3. App calls services/supabase_service.py for data operations</a:t>
            </a:r>
          </a:p>
          <a:p>
            <a:r>
              <a:rPr lang="en-US"/>
              <a:t>4. Supabase stores/retrieves records (PostgreSQL) and files (Storage buckets)</a:t>
            </a:r>
          </a:p>
          <a:p>
            <a:r>
              <a:rPr lang="en-US"/>
              <a:t>5. Results return to Streamlit UI for display</a:t>
            </a:r>
          </a:p>
        </p:txBody>
      </p:sp>
    </p:spTree>
    <p:extLst>
      <p:ext uri="{BB962C8B-B14F-4D97-AF65-F5344CB8AC3E}">
        <p14:creationId xmlns:p14="http://schemas.microsoft.com/office/powerpoint/2010/main" val="1318080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D41B-C52B-E8A2-D8EC-64CAD898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2: Deployment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F4CB3-F94B-9F4D-E9FE-DF84A2FAD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Developer edits code locally in f:/caddycheck-crm</a:t>
            </a:r>
          </a:p>
          <a:p>
            <a:r>
              <a:rPr lang="en-US"/>
              <a:t>2. git push sends code to GitHub repository</a:t>
            </a:r>
          </a:p>
          <a:p>
            <a:r>
              <a:rPr lang="en-US"/>
              <a:t>3. Streamlit Cloud detects commit and redeploys app</a:t>
            </a:r>
          </a:p>
          <a:p>
            <a:r>
              <a:rPr lang="en-US"/>
              <a:t>4. requirements_streamlit.txt is installed</a:t>
            </a:r>
          </a:p>
          <a:p>
            <a:r>
              <a:rPr lang="en-US"/>
              <a:t>5. streamlit_app.py starts and serves users</a:t>
            </a:r>
          </a:p>
        </p:txBody>
      </p:sp>
    </p:spTree>
    <p:extLst>
      <p:ext uri="{BB962C8B-B14F-4D97-AF65-F5344CB8AC3E}">
        <p14:creationId xmlns:p14="http://schemas.microsoft.com/office/powerpoint/2010/main" val="79616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42BB7-EAF9-1501-F219-091112F7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3: Secrets and Security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9B268-3A44-9CFB-7D98-39A5DAFCD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Supabase URL and key are defined in Streamlit secrets</a:t>
            </a:r>
          </a:p>
          <a:p>
            <a:r>
              <a:rPr lang="en-US"/>
              <a:t>2. supabase_service.py reads st.secrets["supabase"] at runtime</a:t>
            </a:r>
          </a:p>
          <a:p>
            <a:r>
              <a:rPr lang="en-US"/>
              <a:t>3. Secrets are injected by Streamlit Cloud (not from Git)</a:t>
            </a:r>
          </a:p>
          <a:p>
            <a:r>
              <a:rPr lang="en-US"/>
              <a:t>4. App uses credentials only to connect to Supabase API</a:t>
            </a:r>
          </a:p>
          <a:p>
            <a:r>
              <a:rPr lang="en-US"/>
              <a:t>5. Never commit secrets.toml or keys to repository</a:t>
            </a:r>
          </a:p>
        </p:txBody>
      </p:sp>
    </p:spTree>
    <p:extLst>
      <p:ext uri="{BB962C8B-B14F-4D97-AF65-F5344CB8AC3E}">
        <p14:creationId xmlns:p14="http://schemas.microsoft.com/office/powerpoint/2010/main" val="1668025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39A3-B689-9CD9-E55C-3CEBAE32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Flow 4: Data Ownership Boundaries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1185E-3DF6-D118-AF06-5246A5522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GitHub: stores source code, migrations, app logic</a:t>
            </a:r>
          </a:p>
          <a:p>
            <a:r>
              <a:rPr lang="en-US"/>
              <a:t>Supabase DB: stores projects, invoices, subscriptions, payments, logs</a:t>
            </a:r>
          </a:p>
          <a:p>
            <a:r>
              <a:rPr lang="en-US"/>
              <a:t>Supabase Storage: stores sent invoices/order/bank PDF files</a:t>
            </a:r>
          </a:p>
          <a:p>
            <a:r>
              <a:rPr lang="en-US"/>
              <a:t>Streamlit Cloud: hosts app and runtime environment</a:t>
            </a:r>
          </a:p>
          <a:p>
            <a:r>
              <a:rPr lang="en-US"/>
              <a:t>Key rule: Git = code, Supabase = data</a:t>
            </a:r>
          </a:p>
        </p:txBody>
      </p:sp>
    </p:spTree>
    <p:extLst>
      <p:ext uri="{BB962C8B-B14F-4D97-AF65-F5344CB8AC3E}">
        <p14:creationId xmlns:p14="http://schemas.microsoft.com/office/powerpoint/2010/main" val="51792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398C-F0FB-3A9F-4DC0-8CC1848F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Supabase Assets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D9228-B382-B81F-2223-B96FB0DC3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Tables: projects, invoices, subscriptions, orders</a:t>
            </a:r>
          </a:p>
          <a:p>
            <a:r>
              <a:rPr lang="en-US"/>
              <a:t>Tables: bank_payments, sent_invoices, license_change_log</a:t>
            </a:r>
          </a:p>
          <a:p>
            <a:r>
              <a:rPr lang="en-US"/>
              <a:t>Buckets: sent-invoices, order-pdfs, bank-payments</a:t>
            </a:r>
          </a:p>
          <a:p>
            <a:r>
              <a:rPr lang="en-US"/>
              <a:t>Service layer: services/supabase_service.py</a:t>
            </a:r>
          </a:p>
          <a:p>
            <a:r>
              <a:rPr lang="en-US"/>
              <a:t>UI entrypoint: streamlit_app.py</a:t>
            </a:r>
          </a:p>
        </p:txBody>
      </p:sp>
    </p:spTree>
    <p:extLst>
      <p:ext uri="{BB962C8B-B14F-4D97-AF65-F5344CB8AC3E}">
        <p14:creationId xmlns:p14="http://schemas.microsoft.com/office/powerpoint/2010/main" val="3322413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05D4-3348-E14F-91D6-A43B80EE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End-to-End Lifecycle (Example)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2891D-623D-A45A-0821-F9E1DB259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1. User creates or updates an invoice in UI</a:t>
            </a:r>
          </a:p>
          <a:p>
            <a:r>
              <a:rPr lang="en-US"/>
              <a:t>2. Streamlit validates and sends request to service</a:t>
            </a:r>
          </a:p>
          <a:p>
            <a:r>
              <a:rPr lang="en-US"/>
              <a:t>3. Service writes record to Supabase table</a:t>
            </a:r>
          </a:p>
          <a:p>
            <a:r>
              <a:rPr lang="en-US"/>
              <a:t>4. Optional PDF is uploaded to Storage bucket</a:t>
            </a:r>
          </a:p>
          <a:p>
            <a:r>
              <a:rPr lang="en-US"/>
              <a:t>5. UI refreshes and shows latest persisted state</a:t>
            </a:r>
          </a:p>
        </p:txBody>
      </p:sp>
    </p:spTree>
    <p:extLst>
      <p:ext uri="{BB962C8B-B14F-4D97-AF65-F5344CB8AC3E}">
        <p14:creationId xmlns:p14="http://schemas.microsoft.com/office/powerpoint/2010/main" val="2133918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AE16-ED7E-813C-1963-2B0D9F73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20018-26B1-6DCF-7AAF-58B1646A8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Runtime: Streamlit &lt;-&gt; Supabase</a:t>
            </a:r>
          </a:p>
          <a:p>
            <a:r>
              <a:rPr lang="en-US"/>
              <a:t>Deployment: Local -&gt; GitHub -&gt; Streamlit Cloud</a:t>
            </a:r>
          </a:p>
          <a:p>
            <a:r>
              <a:rPr lang="en-US"/>
              <a:t>Data does not come from Git</a:t>
            </a:r>
          </a:p>
          <a:p>
            <a:r>
              <a:rPr lang="en-US"/>
              <a:t>Secrets do not belong in repository</a:t>
            </a:r>
          </a:p>
          <a:p>
            <a:r>
              <a:rPr lang="en-US"/>
              <a:t>Architecture is cleanly separated by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519242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CaddyCheck CRM</vt:lpstr>
      <vt:lpstr>Flow 1: Runtime Data Flow</vt:lpstr>
      <vt:lpstr>Flow 2: Deployment Flow</vt:lpstr>
      <vt:lpstr>Flow 3: Secrets and Security Flow</vt:lpstr>
      <vt:lpstr>Flow 4: Data Ownership Boundaries</vt:lpstr>
      <vt:lpstr>Core Supabase Assets Used</vt:lpstr>
      <vt:lpstr>End-to-End Lifecycle (Example)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zvika sht</dc:creator>
  <cp:lastModifiedBy>zvika sht</cp:lastModifiedBy>
  <cp:revision>1</cp:revision>
  <dcterms:created xsi:type="dcterms:W3CDTF">2026-06-02T08:10:20Z</dcterms:created>
  <dcterms:modified xsi:type="dcterms:W3CDTF">2026-06-02T08:10:21Z</dcterms:modified>
</cp:coreProperties>
</file>